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Pontos Turísticos da Grécia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Uma apresentação sobre os destinos mais famosos do país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Acrópole de Atenas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Um dos maiores símbolos da Grécia Antiga, com destaque para o Parthenon. Foi construída no século V a.C. e representa o auge da arquitetura clássica.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Santorini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Ilha famosa por suas casas brancas, telhados azuis, praias vulcânicas e pôr do sol considerado um dos mais bonitos do mundo.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Meteora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Conjunto de monastérios construídos no topo de formações rochosas gigantes. Patrimônio Mundial da UNESCO.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Delfos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Antigo centro religioso da Grécia, famoso pelo Oráculo de Delfos e pelo Templo de Apolo.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Mykonos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Ilha vibrante conhecida por suas praias, vida noturna e os icônicos moinhos de vento.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Palácio de Cnossos (Creta)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Ruínas do maior centro da civilização minoica, associado ao mito do Minotauro.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Monte Olimpo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Montanha mais alta da Grécia, considerada na mitologia o lar dos deuses olímpicos.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